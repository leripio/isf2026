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7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F20B8-1DF2-14D0-5A38-9621EBE55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EF018-2FB0-5F08-1921-6EBF264D9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6ED60-D147-5047-1CF1-9F80A7403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7C17C-8914-49BE-A2AC-A0A40ECD834F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24472-711E-5E52-2066-0B2F8BE9A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F783C-EDBD-57B1-27CA-B00A4C4BA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EB79-0A40-4140-AD35-50C8F3DBCF5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8299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017C1-4B23-B9B8-9A20-76ACCDE39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4BEF5-3524-F5F2-4FC2-A03E62340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BCDD7-B443-B253-4E65-E560E81C5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7C17C-8914-49BE-A2AC-A0A40ECD834F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42B99-693F-0442-C999-E3238A081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6E79D-ECAD-8A70-C285-2E7A923C0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EB79-0A40-4140-AD35-50C8F3DBCF5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5306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43B6B-39EA-166E-07C0-3DBEADA91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C4CA3-37DA-F012-3A4D-FB26BAAB0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4438D-9F1C-34F9-62E5-FF6FBC7C6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7C17C-8914-49BE-A2AC-A0A40ECD834F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24D33-6988-0D73-3B13-6E4991C4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BF095-7FA2-30F3-A790-F445E8A18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EB79-0A40-4140-AD35-50C8F3DBCF5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6940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B7D12-D1CB-48EC-39AC-CBBA8A1ED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8B222-59FF-E0FF-1B00-24E4916C73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CAE019-4C55-2D8A-5574-0882EC777F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A2922-E983-F5EB-9E98-7BE0261BC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7C17C-8914-49BE-A2AC-A0A40ECD834F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DD9A6-85AD-412E-AB0B-39C9988C3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F44F81-A372-21AA-83F4-5D8716D37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EB79-0A40-4140-AD35-50C8F3DBCF5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2717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A31C9-7A10-CE4F-9BC2-D0D2578D3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0203B-8431-BF33-63C3-FA9C70A26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DA41E7-B4BF-B6AC-F748-FE94ECA6E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1920AB-A2C2-FD7D-BA26-57C91BB28C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406587-3523-F8E0-4DF7-19D70C067D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028F8-2692-8972-41D2-EAB1F5CDD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7C17C-8914-49BE-A2AC-A0A40ECD834F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B61CC6-E92C-B846-AC7A-C41046F6C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773404-6627-620B-A171-116D06AB6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EB79-0A40-4140-AD35-50C8F3DBCF5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4775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D6576-ED9F-9E3B-43EA-9216D913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96BA98-737D-5DFF-B6EA-6C345F2D0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7C17C-8914-49BE-A2AC-A0A40ECD834F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E4DFF-7159-C35D-A7A9-4D2DF8E44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709F21-DD51-75E4-728B-BD00FF2FB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EB79-0A40-4140-AD35-50C8F3DBCF5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578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8E9E53-E2A2-841D-D389-EBD4FF233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7C17C-8914-49BE-A2AC-A0A40ECD834F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CF2435-EF7C-EBD0-23AC-CCF9A162A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14568-61D1-B8FE-9478-8001CF9BB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EB79-0A40-4140-AD35-50C8F3DBCF5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2100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7D300-87CD-6D75-6D15-F1969F5B2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8AF21-AF56-207D-E2F7-DC5D6F0BB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008D6-B15B-FDD2-4051-32CF95E83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9CE45-A8FE-CFAF-08F1-91BEA9093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7C17C-8914-49BE-A2AC-A0A40ECD834F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E58554-4241-6AA6-9EA6-401642442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AB08C0-FDF8-F7D9-C6FA-DE23BCA1C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EB79-0A40-4140-AD35-50C8F3DBCF5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7005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CA42D-D52E-98B8-6A55-13EB6A6B6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D77917-AF3C-0B58-8FCC-61DAE5F2FD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B1C2FD-AC3F-492B-9E29-0B33914BD0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6A7865-1139-B7A7-A2AD-A4CC7A56C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7C17C-8914-49BE-A2AC-A0A40ECD834F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5421B3-766F-B4D2-4792-F71F0C99F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2214C-2DA5-ADA6-D0B4-5E9503026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EB79-0A40-4140-AD35-50C8F3DBCF5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593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1C3B8-8222-770C-B15B-8919B869B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F395EE-A23D-486F-A466-EED2B0C7D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F03CE-C53D-C6BC-4BBD-5940AE879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7C17C-8914-49BE-A2AC-A0A40ECD834F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CA266-25FC-4D66-3696-356855949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2D1D3-19B2-1421-F31A-3F914E36F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EB79-0A40-4140-AD35-50C8F3DBCF5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1860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4FFA37-C532-E4C0-09D9-04C83E20A7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04B26C-00A5-8C70-0054-B0D273C67E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F540C-779D-D83F-CBB4-31A1731C6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7C17C-8914-49BE-A2AC-A0A40ECD834F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C77BB-9E1B-112C-4EF1-54544B671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65EE4-3232-79B2-FCB8-15692AD32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EB79-0A40-4140-AD35-50C8F3DBCF5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9262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91E2F0-5AE3-BBDA-1BDE-DC65ABC0E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31DF7-654A-F829-069A-B314AB593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8F6ED-1ED3-B8F3-A180-7F70EAE5E6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67C17C-8914-49BE-A2AC-A0A40ECD834F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98355-AA3B-EE34-3B8B-02780A548B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DF719-4274-B93A-B591-CEBFCAA14D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D1EB79-0A40-4140-AD35-50C8F3DBCF5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046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7378F7-AE00-F00D-BE46-2E7A96E37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"/>
            <a:ext cx="12192000" cy="64008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E0B4682-2E13-251F-BD7B-E61D5C8158CF}"/>
              </a:ext>
            </a:extLst>
          </p:cNvPr>
          <p:cNvSpPr/>
          <p:nvPr/>
        </p:nvSpPr>
        <p:spPr>
          <a:xfrm>
            <a:off x="2005780" y="2818945"/>
            <a:ext cx="1578079" cy="1989028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26784D-2772-C683-D5B4-EF105F6615A0}"/>
              </a:ext>
            </a:extLst>
          </p:cNvPr>
          <p:cNvSpPr/>
          <p:nvPr/>
        </p:nvSpPr>
        <p:spPr>
          <a:xfrm>
            <a:off x="3677265" y="5663381"/>
            <a:ext cx="7875638" cy="45720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4BD8EBA2-81A4-49D0-37DA-4B45BFF5F4B6}"/>
              </a:ext>
            </a:extLst>
          </p:cNvPr>
          <p:cNvCxnSpPr>
            <a:cxnSpLocks/>
          </p:cNvCxnSpPr>
          <p:nvPr/>
        </p:nvCxnSpPr>
        <p:spPr>
          <a:xfrm rot="16200000" flipV="1">
            <a:off x="3287096" y="2264993"/>
            <a:ext cx="4010235" cy="2856272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F410C97-12E0-D691-AC59-433FF97015CC}"/>
              </a:ext>
            </a:extLst>
          </p:cNvPr>
          <p:cNvSpPr txBox="1"/>
          <p:nvPr/>
        </p:nvSpPr>
        <p:spPr>
          <a:xfrm>
            <a:off x="3054391" y="673504"/>
            <a:ext cx="17796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Products that disappear from the sample</a:t>
            </a:r>
            <a:endParaRPr lang="pt-B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DAD96D-29DC-CAC8-5B93-CBF50733BAF6}"/>
              </a:ext>
            </a:extLst>
          </p:cNvPr>
          <p:cNvSpPr txBox="1"/>
          <p:nvPr/>
        </p:nvSpPr>
        <p:spPr>
          <a:xfrm>
            <a:off x="513147" y="673504"/>
            <a:ext cx="17796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Temporary gaps in product availability</a:t>
            </a:r>
            <a:endParaRPr lang="pt-BR" dirty="0"/>
          </a:p>
        </p:txBody>
      </p: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32F16F04-2FF9-1843-0074-0E0AEF5964DC}"/>
              </a:ext>
            </a:extLst>
          </p:cNvPr>
          <p:cNvCxnSpPr>
            <a:cxnSpLocks/>
          </p:cNvCxnSpPr>
          <p:nvPr/>
        </p:nvCxnSpPr>
        <p:spPr>
          <a:xfrm rot="16200000" flipV="1">
            <a:off x="1128185" y="1654344"/>
            <a:ext cx="1206456" cy="1122745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D8FC1AAE-50B9-1D49-CF0D-40518170F3AF}"/>
              </a:ext>
            </a:extLst>
          </p:cNvPr>
          <p:cNvSpPr/>
          <p:nvPr/>
        </p:nvSpPr>
        <p:spPr>
          <a:xfrm>
            <a:off x="8072284" y="594852"/>
            <a:ext cx="3480618" cy="1206456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94ACD8-CB40-3FA3-42B3-F6198E3BD386}"/>
              </a:ext>
            </a:extLst>
          </p:cNvPr>
          <p:cNvSpPr txBox="1"/>
          <p:nvPr/>
        </p:nvSpPr>
        <p:spPr>
          <a:xfrm>
            <a:off x="5133518" y="673504"/>
            <a:ext cx="22996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&gt; 150 new products entered the sample each year</a:t>
            </a:r>
            <a:endParaRPr lang="pt-BR" dirty="0"/>
          </a:p>
        </p:txBody>
      </p: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92FBFB21-B540-DB6A-825A-59B94FCE9A8E}"/>
              </a:ext>
            </a:extLst>
          </p:cNvPr>
          <p:cNvCxnSpPr>
            <a:cxnSpLocks/>
          </p:cNvCxnSpPr>
          <p:nvPr/>
        </p:nvCxnSpPr>
        <p:spPr>
          <a:xfrm rot="10800000">
            <a:off x="7344698" y="865239"/>
            <a:ext cx="727593" cy="481778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95970BB-539B-DDFD-1B4C-BF235071D62E}"/>
              </a:ext>
            </a:extLst>
          </p:cNvPr>
          <p:cNvSpPr txBox="1"/>
          <p:nvPr/>
        </p:nvSpPr>
        <p:spPr>
          <a:xfrm>
            <a:off x="4670322" y="6490323"/>
            <a:ext cx="2880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Observations over time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C7CDC3C-60C7-41B3-AF69-A76F4025FB6E}"/>
              </a:ext>
            </a:extLst>
          </p:cNvPr>
          <p:cNvCxnSpPr/>
          <p:nvPr/>
        </p:nvCxnSpPr>
        <p:spPr>
          <a:xfrm>
            <a:off x="3303639" y="6490323"/>
            <a:ext cx="495545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5936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7378F7-AE00-F00D-BE46-2E7A96E37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"/>
            <a:ext cx="12192000" cy="64008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E0B4682-2E13-251F-BD7B-E61D5C8158CF}"/>
              </a:ext>
            </a:extLst>
          </p:cNvPr>
          <p:cNvSpPr/>
          <p:nvPr/>
        </p:nvSpPr>
        <p:spPr>
          <a:xfrm>
            <a:off x="2005780" y="2601538"/>
            <a:ext cx="1578079" cy="220643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26784D-2772-C683-D5B4-EF105F6615A0}"/>
              </a:ext>
            </a:extLst>
          </p:cNvPr>
          <p:cNvSpPr/>
          <p:nvPr/>
        </p:nvSpPr>
        <p:spPr>
          <a:xfrm>
            <a:off x="855406" y="5663381"/>
            <a:ext cx="10697497" cy="45720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4BD8EBA2-81A4-49D0-37DA-4B45BFF5F4B6}"/>
              </a:ext>
            </a:extLst>
          </p:cNvPr>
          <p:cNvCxnSpPr>
            <a:cxnSpLocks/>
          </p:cNvCxnSpPr>
          <p:nvPr/>
        </p:nvCxnSpPr>
        <p:spPr>
          <a:xfrm rot="16200000" flipV="1">
            <a:off x="2988909" y="2207437"/>
            <a:ext cx="4050893" cy="2860996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F410C97-12E0-D691-AC59-433FF97015CC}"/>
              </a:ext>
            </a:extLst>
          </p:cNvPr>
          <p:cNvSpPr txBox="1"/>
          <p:nvPr/>
        </p:nvSpPr>
        <p:spPr>
          <a:xfrm>
            <a:off x="2618282" y="673504"/>
            <a:ext cx="17796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Products that disappear from the sample</a:t>
            </a:r>
            <a:endParaRPr lang="pt-B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DAD96D-29DC-CAC8-5B93-CBF50733BAF6}"/>
              </a:ext>
            </a:extLst>
          </p:cNvPr>
          <p:cNvSpPr txBox="1"/>
          <p:nvPr/>
        </p:nvSpPr>
        <p:spPr>
          <a:xfrm>
            <a:off x="513147" y="673504"/>
            <a:ext cx="17796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Temporary gaps in product availability</a:t>
            </a:r>
            <a:endParaRPr lang="pt-BR" dirty="0"/>
          </a:p>
        </p:txBody>
      </p: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32F16F04-2FF9-1843-0074-0E0AEF5964DC}"/>
              </a:ext>
            </a:extLst>
          </p:cNvPr>
          <p:cNvCxnSpPr>
            <a:cxnSpLocks/>
          </p:cNvCxnSpPr>
          <p:nvPr/>
        </p:nvCxnSpPr>
        <p:spPr>
          <a:xfrm rot="10800000">
            <a:off x="1170041" y="1612488"/>
            <a:ext cx="1122744" cy="973396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494ACD8-CB40-3FA3-42B3-F6198E3BD386}"/>
              </a:ext>
            </a:extLst>
          </p:cNvPr>
          <p:cNvSpPr txBox="1"/>
          <p:nvPr/>
        </p:nvSpPr>
        <p:spPr>
          <a:xfrm>
            <a:off x="4513545" y="673504"/>
            <a:ext cx="22996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&gt; 150 new products entered the sample each year</a:t>
            </a:r>
            <a:endParaRPr lang="pt-BR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D9A69D4-9714-F6F7-68E6-4E89126ED227}"/>
              </a:ext>
            </a:extLst>
          </p:cNvPr>
          <p:cNvCxnSpPr>
            <a:cxnSpLocks/>
          </p:cNvCxnSpPr>
          <p:nvPr/>
        </p:nvCxnSpPr>
        <p:spPr>
          <a:xfrm>
            <a:off x="4326194" y="2174932"/>
            <a:ext cx="7226709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F62DEC33-370B-92C3-F710-63F961525D36}"/>
              </a:ext>
            </a:extLst>
          </p:cNvPr>
          <p:cNvCxnSpPr>
            <a:cxnSpLocks/>
          </p:cNvCxnSpPr>
          <p:nvPr/>
        </p:nvCxnSpPr>
        <p:spPr>
          <a:xfrm rot="10800000">
            <a:off x="6676104" y="1010038"/>
            <a:ext cx="1848467" cy="749936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830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3756</TotalTime>
  <Words>43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Joao Leripio</dc:creator>
  <cp:lastModifiedBy>Joao Leripio</cp:lastModifiedBy>
  <cp:revision>10</cp:revision>
  <dcterms:created xsi:type="dcterms:W3CDTF">2026-06-05T22:26:19Z</dcterms:created>
  <dcterms:modified xsi:type="dcterms:W3CDTF">2026-06-10T18:23:22Z</dcterms:modified>
</cp:coreProperties>
</file>